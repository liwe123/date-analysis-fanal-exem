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Big Data Semester Project - Plan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RAG Retrieval-Augmented Generation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ChromaDB + DeepSeek V4 + Qwen3-Embedding Intelligent Q&amp;A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2025-2026 Academic Year | Team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Background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Data Pipeline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Retrieval &amp;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Code Quality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Project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Innovation Highlights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Limitations &amp; Future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1E"/>
                </a:solidFill>
                <a:latin typeface="Microsoft YaHe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 Background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Microsoft YaHei"/>
              </a:defRPr>
            </a:pPr>
            <a:r>
              <a:t>Pain Points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Knowledge scattered across unstructured documents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Keyword search misses semantic meaning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Teams repeatedly answer the same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Microsoft YaHei"/>
              </a:defRPr>
            </a:pPr>
            <a:r>
              <a:t>Goals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Build a RAG Q&amp;A system pipeline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Ingest -&gt; Clean -&gt; Chunk -&gt; Embed -&gt; Retrieve -&gt; Generate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Hybrid search: semantic + metadata filtering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Source-backed answers to reduce hallucination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-  CLI + Web dual-mode interaction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7-layer pipeline: Raw Documents -&gt; Knowledge Base -&gt; Intelligent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747" y="2194560"/>
            <a:ext cx="141732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Ingest</a:t>
            </a:r>
            <a:br/>
            <a:r>
              <a:t>(ingest.py)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355" y="265176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8227" y="2194560"/>
            <a:ext cx="141732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Preprocess</a:t>
            </a:r>
            <a:br/>
            <a:r>
              <a:t>(preprocess.py)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3835" y="265176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832707" y="2194560"/>
            <a:ext cx="141732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Embedding</a:t>
            </a:r>
            <a:br/>
            <a:r>
              <a:t>(embed_store.py)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8315" y="265176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7187" y="2194560"/>
            <a:ext cx="141732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Storage</a:t>
            </a:r>
            <a:br/>
            <a:r>
              <a:t>(ChromaDB)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2795" y="265176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1667" y="2194560"/>
            <a:ext cx="141732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5. Query Parse</a:t>
            </a:r>
            <a:br/>
            <a:r>
              <a:t>(query_parser.py)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7275" y="265176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96147" y="2194560"/>
            <a:ext cx="141732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6. Hybrid</a:t>
            </a:r>
            <a:br/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31755" y="265176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0627" y="2194560"/>
            <a:ext cx="1417320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7. Answer Gen</a:t>
            </a:r>
            <a:br/>
            <a:r>
              <a:t>(qa.py)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Input: data/raw/ - 98 documents (46 course docs + 52 Wikipedia articles)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Output: CLI terminal / Streamlit Web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Tech Stack: Python 3.11+ | ChromaDB | DeepSeek V4 | Qwen3-Embedding-0.6B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 Data Ingestion (ingest.py &amp; collect_corpus.py)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File Loading (ingest.py)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Supports: .md / .txt / .pdf (via PyMuPDF)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Recursive directory traversal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YAML Front-Matter parsing (supports nested structures)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Returns structured dict: source / path / text / fm_meta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Corpus Collection (collect_corpus.py)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Wikipedia REST API v1, free to use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58 topics -&gt; 52 successfully collected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Chinese-first fallback to English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Rate limiting: 2s interval, 3 retries, 429 auto-wait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 Text Preprocessing (preprocess.py)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Cleaning Pipeline (clean_text)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  Step 1: Remove HTML tags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  Step 2: Decode HTML entities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  Step 3: Filter control characters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  Step 4: Normalize whitespace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Semantic Chunking (chunk_text) - 4-level priority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  Level 1: Paragraph boundaries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    Split by double newlines, preserve paragraph integrity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  Level 2: Sentence boundaries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    Split by punctuation, keep complete sentences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  Level 3: Greedy merge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    Merge sentences up to chunk_size=700, 120-char overlap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  Level 4: Sliding window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    Overlong text: step = chunk_size - overlap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 Metadata Extraction &amp; JSON Safety 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LLM Metadata Extraction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Send first 1200 chars to DeepSeek V4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Returns JSON: author / year / category / language / summary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Front-Matter overrides LLM results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Fallback: filename prefix guessing (wiki_ / notice_ / faq_)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JSON Safety Parser (_safe_json_parse)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Layer 1: Standard json.loads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Layer 2: Truncate to complete {} object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Layer 3: Remove comments &amp; trailing commas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Layer 4: Regex per-field extraction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Metadata Merge Strategy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Front-Matter (manual) &gt; LLM extraction &gt; Filename guessing fallback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Vector Storage &amp; Retrieval (embed_store.py)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Storage Configuration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Database: ChromaDB (local persistence, zero config)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Distance: Cosine (0=identical, 2=opposite)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Index: HNSW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Write: batch upsert, batch_size=64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Dual mode: local / remote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Hybrid Search Capabilities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  Semantic Search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    Vector similarity Top-K retrieval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  Semantic + Where Filter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    Filter by year / category / author / language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  Max-Distance Threshold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    Filter irrelevant results, tunable in real-time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Fallback: Where filter fails -&gt; auto-remove filter -&gt; pure semantic search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Ensures users never see blank results due to over-strict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Local Embedding Model (GPU Accelerated)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Microsoft YaHei"/>
              </a:defRPr>
            </a:pPr>
            <a:r>
              <a:t>Qwen3-Embedding-0.6B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-  0.6B params, 1024-dim output, 32K context window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-  Chinese MTEB 66.33 (best in class), MRL variable dimensions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-  Auto-detects CUDA: PyTorch device='cuda' for GPU acceleration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-  Encodes 130+ chunks in 10-20s (GPU), zero API cost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-  Switchable via LOCAL_EMBEDDING_MODEL env 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Dual Mode: OPENAI_EMBEDDING_MODEL=local (current) / remote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86C1"/>
                </a:solidFill>
                <a:latin typeface="Microsoft YaHei"/>
              </a:defRPr>
            </a:pPr>
            <a:r>
              <a:t>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Local (active)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Qwen3-Embedding-0.6B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1024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GPU 10-20s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Remote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text-embedding-3-small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1536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~$0.001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API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Query Intent Parsing (query_parser.py)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Microsoft YaHei"/>
              </a:defRPr>
            </a:pPr>
            <a:r>
              <a:t>Natural Language -&gt; Structured Search Parameters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Users ask naturally, no search syntax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User: "How was the final exam in 2025?"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Parse: {"search_query": "final exam format", "filters": {"year": 2025, "category": "notice"}}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User: "What did the 2024 notices say?"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77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Parse: {"search_query": "notices", "filters": {"year": 2024, "category": "notice"}}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User: "What is a vector database?"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Parse: {"search_query": "vector database", "filters": null}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897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Fallback: JSON parse fails / API error -&gt; use raw question as search query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Answer Generation &amp; Hallucination Prevention (qa.py)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Microsoft YaHei"/>
              </a:defRPr>
            </a:pPr>
            <a:r>
              <a:t>3-Layer Hallucination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System Prompt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Answer based only on provided references. Cite sources.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Context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Only retrieved content is given; no room for fabrication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Citation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Backend auto-appends Sources list if LLM omits citations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Validation Scenarios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In knowledge base: "What is the submission deadline?" -&gt; Answer + [Source: xxx.md]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Out of knowledge: "Piano exam requirements?" -&gt; "No relevant information found"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 Code Quality &amp; Engineering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Modular Architecture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src/main.py (118 lines) - CLI orchestration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src/ingest.py (104 lines) - Document loading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src/preprocess.py (301 lines) - Clean/chunk/metadata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src/embed_store.py (210 lines) - Vector storage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src/qa.py (71 lines) - Answer generation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src/query_parser.py (113 lines) - Query parsing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src/collect_corpus.py (199 lines) - Corpus collection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src/utils.py (79 lines) - Shared utilities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Testing (45+ test cases)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test_preprocess - cleaning/chunking/metadata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test_ingest - Front-Matter parsing/file loading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test_query_parser - normal/error/fallback paths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test_embed_store - search/filter/safe delete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test_qa - empty docs/context/citation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test_integration - full pipeline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Engineering Standards (see AGENTS.md)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Type annotations on all public functions | f-strings | pathlib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Single dependency direction: utils.py &lt;-- all other modules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Explicit init_env() | OpenAI client global singleton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-  Structured error handling: ValueError / RuntimeError / graceful degradation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 Project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Data Scale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Course documents: 46 .md files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Wikipedia articles: 52 collected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Total: 98 raw documents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Categories: 7 types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Text chunks: ~130-150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API Cost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Metadata extraction (98x DeepSeek V4): ~$0.04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Query parse / Answer gen: ~$0.001 per query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Embedding: $0 (local Qwen3 on GPU)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Total build cost: &lt; $0.07</a:t>
            </a:r>
          </a:p>
          <a:p>
            <a:pPr algn="l">
              <a:spcBef>
                <a:spcPts val="500"/>
              </a:spcBef>
              <a:spcAft>
                <a:spcPts val="5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Per-query cost: ~$0.001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55448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Documents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4389120"/>
            <a:ext cx="155448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480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130-150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Chunks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389120"/>
            <a:ext cx="15544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480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&lt; $0.07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892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Build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86400"/>
            <a:ext cx="155448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Embed Dim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5486400"/>
            <a:ext cx="155448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5577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Categories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5486400"/>
            <a:ext cx="15544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5577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989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 Innovation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Microsoft YaHei"/>
              </a:defRPr>
            </a:pPr>
            <a:r>
              <a:t>Query Intent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LLM auto-converts natural language to structured search params. Users ask naturally, no syntax to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73152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Microsoft YaHei"/>
              </a:defRPr>
            </a:pPr>
            <a:r>
              <a:t>Multi-Layer Degradation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Parse fail -&gt; full-text search. Where fail -&gt; pure semantic. JSON fail -&gt; regex fallback. System always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73152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Microsoft YaHei"/>
              </a:defRPr>
            </a:pPr>
            <a:r>
              <a:t>Front-Matter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Manual YAML annotations override LLM extraction. Respects human-curated metadata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926080"/>
            <a:ext cx="73152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Microsoft YaHei"/>
              </a:defRPr>
            </a:pPr>
            <a:r>
              <a:t>Source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System prompt constraint + backend citation check. 100% answer traceability.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GPU Local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Qwen3-Embedding-0.6B with auto-CUDA. 20x speedup, zero API fees.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572000"/>
            <a:ext cx="73152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Safe 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37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delete_collection(confirm=True). Explicit confirmation prevents data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 Technology Choices &amp;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74320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234440"/>
            <a:ext cx="274320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34440"/>
            <a:ext cx="274320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Alternatives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234440"/>
            <a:ext cx="274320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Microsoft YaHei"/>
              </a:defRPr>
            </a:pPr>
            <a:r>
              <a:t>Vector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ChromaDB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Milvus / Qdrant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73736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Zero config, pip install, good for education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4688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14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Microsoft YaHei"/>
              </a:defRPr>
            </a:pPr>
            <a:r>
              <a:t>Embedding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4688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514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Qwen3-0.6B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4688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514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MiniLM / BGE-M3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4688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14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0.6B params, 1024-dim, best Chinese MTEB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20040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246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20040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246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DeepSeek V4 Flash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20040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46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GPT-4o-mini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20040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246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$0.14/M input tokens, excellent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9319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977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Microsoft YaHei"/>
              </a:defRPr>
            </a:pPr>
            <a:r>
              <a:t>Web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9319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3977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Streamlit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9319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977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Flask / FastAPI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393192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3977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Pure Python, no frontend code needed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66344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709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Microsoft YaHei"/>
              </a:defRPr>
            </a:pPr>
            <a:r>
              <a:t>ETL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466344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40" y="4709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Python native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66344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709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PySpark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4663440"/>
            <a:ext cx="274320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4709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&lt;100 docs fine; switch if &gt;10K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39496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440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1E1E"/>
                </a:solidFill>
                <a:latin typeface="Microsoft YaHei"/>
              </a:defRPr>
            </a:pPr>
            <a:r>
              <a:t>PDF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539496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40" y="5440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PyMuPDF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539496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5440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pdfplumber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539496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06840" y="5440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Fast C backend, good CJK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8. 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-  PDF text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25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Tables/images in PDFs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25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Microsoft YaHei"/>
              </a:defRPr>
            </a:pPr>
            <a:r>
              <a:t>-&gt;  Add table/image 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-  No Reranker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Top-K may include weak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Microsoft YaHei"/>
              </a:defRPr>
            </a:pPr>
            <a:r>
              <a:t>-&gt;  Add Cross-Encoder Reranker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-  No auth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All users share one 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Microsoft YaHei"/>
              </a:defRPr>
            </a:pPr>
            <a:r>
              <a:t>-&gt;  Collection-level namespaces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-  Fixed chunk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57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FAQ short vs report long use same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657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Microsoft YaHei"/>
              </a:defRPr>
            </a:pPr>
            <a:r>
              <a:t>-&gt;  Dynamic per-document-type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-  Session-only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34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Chat history lost on 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434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Microsoft YaHei"/>
              </a:defRPr>
            </a:pPr>
            <a:r>
              <a:t>-&gt;  Persist via SQLite / Redis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16636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-  No evaluation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212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icrosoft YaHei"/>
              </a:defRPr>
            </a:pPr>
            <a:r>
              <a:t>Cannot quantify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212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Microsoft YaHei"/>
              </a:defRPr>
            </a:pPr>
            <a:r>
              <a:t>-&gt;  Build test set + Recall@K + MRR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9.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CLI Demo (3 min)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Knowledge Q&amp;A: ask --question "submission deadline"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Cross-document: ask --question "What is RAG?"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Refusal: ask --question "piano exam?"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Query parsing: show LLM-decomposed search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Streamlit Demo (5 min)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Sidebar: doc count, source list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Multi-turn conversation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Debug mode: show search query + filters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Adjust Top-K / max_distance for recall trade-off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-  Expand retrieval sources to view distance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Q&amp;A Prep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Q1: Embedding API rate limit? -&gt; Local GPU, fully offline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Q2: Vector DB crash recovery? -&gt; vector_store/ backup + 5min rebuild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Q3: Why ChromaDB not Milvus? -&gt; Zero config for education; abstraction layer for migration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E1E1E"/>
                </a:solidFill>
                <a:latin typeface="Microsoft YaHei"/>
              </a:defRPr>
            </a:pPr>
            <a:r>
              <a:t>Q4: Incremental updates for 1000+ docs? -&gt; Current upsert dedup; future incremental index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Big Data Semester Project - Plan 2: RAG Q&amp;A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Full documentation | 45+ test cases | Fully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